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60" r:id="rId5"/>
    <p:sldId id="259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294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874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83A407-4046-21AE-BD4E-DD1CDB1792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2527AA-A8FB-CF1C-8829-7FC2B554C0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165F2F-FA0A-C28E-5BD2-B6A8A4588E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F0DB22-C42E-4D6F-A6C5-54C58FC1DF54}" type="datetimeFigureOut">
              <a:rPr lang="en-IN" smtClean="0"/>
              <a:t>16-02-2023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6E5B4A-2348-CDC3-244A-E46BAEB799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50CE45-DAC5-E0DD-7A02-22427AC28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97055-F427-4D70-A3A1-5745391BB3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48480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B11638-2D6A-ADD4-8592-E8E1DD99DC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400496-F058-E5DA-CB75-722872A70D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557B86-1F46-AF7A-13B4-5A006AD68B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F0DB22-C42E-4D6F-A6C5-54C58FC1DF54}" type="datetimeFigureOut">
              <a:rPr lang="en-IN" smtClean="0"/>
              <a:t>16-02-2023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41AF50-C111-CA58-8E14-57558A2C31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F0EF3E-FF20-FBA2-EDFF-DEDE4D04F5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97055-F427-4D70-A3A1-5745391BB3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50219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9AFD3E-6CC2-35DB-569B-EA008CEED2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134891-A32C-DC2C-9437-B3ACA8E394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72CE99-7CFC-D8BA-E188-62792534CA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F0DB22-C42E-4D6F-A6C5-54C58FC1DF54}" type="datetimeFigureOut">
              <a:rPr lang="en-IN" smtClean="0"/>
              <a:t>16-02-2023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EA28B1-4FB6-1B7C-BEA0-F12E1BE5DF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F1B759-C7BE-7460-3EEE-F69065D632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97055-F427-4D70-A3A1-5745391BB3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10649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2106BA-EBFB-B3CF-DE78-310A08117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B0E661-41D1-A703-4F25-5DF946D6982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4A8518-476E-3D4F-266E-69EBF19A6B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10193C-3545-FABF-11DC-EC36E8CFC8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F0DB22-C42E-4D6F-A6C5-54C58FC1DF54}" type="datetimeFigureOut">
              <a:rPr lang="en-IN" smtClean="0"/>
              <a:t>16-02-2023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0CDE53-5D05-5ABB-B8CB-7D33B6F041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9CD927-9160-A544-FC12-C37076D982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97055-F427-4D70-A3A1-5745391BB3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14842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2B837E-DD55-3C1F-F3F3-DE57B47FCB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A898AA-A604-D209-483B-3AB0FB08C2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BE32E7-E968-AA75-BEB6-970BA9C7D2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9E68C1B-4AF2-64BC-6CFF-FD7E51B42AB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6D6FBD7-ABEF-A621-35B3-B3B6341C9C1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20D09A1-907D-F468-F8AD-A7DF532FFB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F0DB22-C42E-4D6F-A6C5-54C58FC1DF54}" type="datetimeFigureOut">
              <a:rPr lang="en-IN" smtClean="0"/>
              <a:t>16-02-2023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035D2AB-7978-F895-6010-F49E0543F9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559722F-2C59-43B5-B1D8-3850265E3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97055-F427-4D70-A3A1-5745391BB3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37871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6E0B93-366A-9864-C7BA-B53DBA0BC8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9D81450-57CE-9DFA-6429-2A62F508CB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F0DB22-C42E-4D6F-A6C5-54C58FC1DF54}" type="datetimeFigureOut">
              <a:rPr lang="en-IN" smtClean="0"/>
              <a:t>16-02-2023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EAF56E-322A-2E69-24CA-899213A367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E19E903-38D1-A96F-DA1C-68AE1E69E9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97055-F427-4D70-A3A1-5745391BB3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12483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8613858-A921-CE4A-E6B8-08E255EFB7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F0DB22-C42E-4D6F-A6C5-54C58FC1DF54}" type="datetimeFigureOut">
              <a:rPr lang="en-IN" smtClean="0"/>
              <a:t>16-02-2023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9D35B44-CCB2-511E-C0A6-45E08ECBBF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62CF09-21A4-83E2-9D65-5B313B0EA8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97055-F427-4D70-A3A1-5745391BB3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17268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607452-436D-57B5-AEFD-D57A36E0D7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EC465A-C3E8-3742-9F3B-A7CFB35206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3D95305-290D-E0DF-FFA6-FFFD90FE6C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A03A01-333D-2346-78F7-13EB5853E4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F0DB22-C42E-4D6F-A6C5-54C58FC1DF54}" type="datetimeFigureOut">
              <a:rPr lang="en-IN" smtClean="0"/>
              <a:t>16-02-2023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5EBF85-BD0E-CB6C-4B6F-99943EFCD8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F958C1-4717-84C9-279A-6A3C3D7BB1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97055-F427-4D70-A3A1-5745391BB3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4530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271820-F9E1-B79F-AFBD-0380461418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F17C3A1-24B6-95BB-E8C1-141F29F0492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4F81B9-FAD0-2FB2-6698-2F0AF86F19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888915-29CE-73CE-4229-E33F3ED9AE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F0DB22-C42E-4D6F-A6C5-54C58FC1DF54}" type="datetimeFigureOut">
              <a:rPr lang="en-IN" smtClean="0"/>
              <a:t>16-02-2023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D389D3-1A8B-0A4B-8A67-C2BDF25981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C1057A-FCAD-D947-7BE6-F45A702D7E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97055-F427-4D70-A3A1-5745391BB3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37822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78C20D-CC8D-25B4-E4B1-2A065B09AD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0DE22D3-0F25-4579-B0CD-23367A44E2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26A46C-7B94-F53A-8CF2-F9C0321A5A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F0DB22-C42E-4D6F-A6C5-54C58FC1DF54}" type="datetimeFigureOut">
              <a:rPr lang="en-IN" smtClean="0"/>
              <a:t>16-02-2023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A0B601-773E-C1F1-9C47-DBD06C935E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7AD77F-A436-C9B3-FFA0-D7A7249C8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97055-F427-4D70-A3A1-5745391BB3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30745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AD91D49-BC1E-A44C-620D-ADC130CB982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5672807-918E-5F52-AC4B-EA3460D464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1E6917-66DF-4092-30C0-F937C973F0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F0DB22-C42E-4D6F-A6C5-54C58FC1DF54}" type="datetimeFigureOut">
              <a:rPr lang="en-IN" smtClean="0"/>
              <a:t>16-02-2023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781F18-5A05-EC6A-9F68-06903AFFCD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4E4109-DCB0-BF87-FB18-DE6EE737C2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97055-F427-4D70-A3A1-5745391BB3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00889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A39D835-CF58-DA52-88EF-B7E59ED152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014214-85B0-9E52-4F9C-A65C1C3104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687742-3452-BBF5-8D39-1D6EAD5A697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F0DB22-C42E-4D6F-A6C5-54C58FC1DF54}" type="datetimeFigureOut">
              <a:rPr lang="en-IN" smtClean="0"/>
              <a:t>16-02-2023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CEF3D1-0EB6-7F99-005A-5F4B3270A69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D27622-7688-01CB-3718-F01BED37C9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297055-F427-4D70-A3A1-5745391BB3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85543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FD0BE2-BF1C-51AA-AD36-F1B3C14214B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Flask and API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EA5D57-5CDE-D92A-9F70-D28C0D13E37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073533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C19C65-EBFB-6246-C01D-404008175D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What is a Flask API?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CC60DC0-4AC8-0244-B14D-C19848159186}"/>
              </a:ext>
            </a:extLst>
          </p:cNvPr>
          <p:cNvSpPr txBox="1"/>
          <p:nvPr/>
        </p:nvSpPr>
        <p:spPr>
          <a:xfrm>
            <a:off x="838200" y="1690688"/>
            <a:ext cx="10515600" cy="2523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/>
              <a:t>API Stands for Application Programming Interface</a:t>
            </a:r>
          </a:p>
          <a:p>
            <a:endParaRPr lang="en-IN" sz="2800" dirty="0"/>
          </a:p>
          <a:p>
            <a:r>
              <a:rPr lang="en-US" sz="2800" i="0" dirty="0">
                <a:effectLst/>
              </a:rPr>
              <a:t>Flask is a micro </a:t>
            </a:r>
            <a:r>
              <a:rPr lang="en-US" sz="2800" i="0" strike="noStrike" dirty="0">
                <a:effectLst/>
              </a:rPr>
              <a:t>web framework</a:t>
            </a:r>
            <a:r>
              <a:rPr lang="en-US" sz="2800" i="0" dirty="0">
                <a:effectLst/>
              </a:rPr>
              <a:t> written in </a:t>
            </a:r>
            <a:r>
              <a:rPr lang="en-US" sz="2800" i="0" strike="noStrike" dirty="0">
                <a:effectLst/>
              </a:rPr>
              <a:t>Python</a:t>
            </a:r>
            <a:r>
              <a:rPr lang="en-US" sz="2800" i="0" dirty="0">
                <a:effectLst/>
              </a:rPr>
              <a:t>. It is classified as a </a:t>
            </a:r>
            <a:r>
              <a:rPr lang="en-US" sz="2800" i="0" strike="noStrike" dirty="0">
                <a:effectLst/>
              </a:rPr>
              <a:t>microframework</a:t>
            </a:r>
            <a:r>
              <a:rPr lang="en-US" sz="2800" i="0" dirty="0">
                <a:effectLst/>
              </a:rPr>
              <a:t> because it does not require particular tools or libraries.</a:t>
            </a:r>
            <a:endParaRPr lang="en-IN" sz="2800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838870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C19C65-EBFB-6246-C01D-404008175D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How does an API work?</a:t>
            </a:r>
          </a:p>
        </p:txBody>
      </p:sp>
      <p:pic>
        <p:nvPicPr>
          <p:cNvPr id="1026" name="Picture 2" descr="learn.g2.com/hubfs/G2CM_FI167_Learn_Article_Ima...">
            <a:extLst>
              <a:ext uri="{FF2B5EF4-FFF2-40B4-BE49-F238E27FC236}">
                <a16:creationId xmlns:a16="http://schemas.microsoft.com/office/drawing/2014/main" id="{85CA7AF5-F088-D896-3A4D-D062B0535AD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8375" b="14946"/>
          <a:stretch/>
        </p:blipFill>
        <p:spPr bwMode="auto">
          <a:xfrm>
            <a:off x="986932" y="2336799"/>
            <a:ext cx="10218136" cy="2184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648038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D6FD0A-07B5-189A-8AA1-71E0DFD3DD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What is entry point for an API?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2BC723-EEA6-1FF7-01BE-954B70490F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582295"/>
          </a:xfrm>
        </p:spPr>
        <p:txBody>
          <a:bodyPr/>
          <a:lstStyle/>
          <a:p>
            <a:r>
              <a:rPr lang="en-IN" dirty="0"/>
              <a:t>URL’s (Uniform Resource Locator) is/are entry point for API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7832AC0-751C-FAF0-AA60-2B6C71357BF7}"/>
              </a:ext>
            </a:extLst>
          </p:cNvPr>
          <p:cNvSpPr txBox="1">
            <a:spLocks/>
          </p:cNvSpPr>
          <p:nvPr/>
        </p:nvSpPr>
        <p:spPr>
          <a:xfrm>
            <a:off x="838200" y="254285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dirty="0"/>
              <a:t>What is end point of an API?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26246D2D-ACCF-E0A7-E49B-B50317520C0C}"/>
              </a:ext>
            </a:extLst>
          </p:cNvPr>
          <p:cNvSpPr txBox="1">
            <a:spLocks/>
          </p:cNvSpPr>
          <p:nvPr/>
        </p:nvSpPr>
        <p:spPr>
          <a:xfrm>
            <a:off x="767080" y="4003357"/>
            <a:ext cx="10515600" cy="58229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232629"/>
                </a:solidFill>
              </a:rPr>
              <a:t>T</a:t>
            </a:r>
            <a:r>
              <a:rPr lang="en-US" i="0" dirty="0">
                <a:solidFill>
                  <a:srgbClr val="232629"/>
                </a:solidFill>
                <a:effectLst/>
              </a:rPr>
              <a:t>he "endpoint" is an identifier that is used in determining what logical unit of your code should handle the request.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332495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127FC5-A016-BD4F-4348-1B1BA97CCF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Difference </a:t>
            </a:r>
            <a:r>
              <a:rPr lang="en-IN"/>
              <a:t>Between Get </a:t>
            </a:r>
            <a:r>
              <a:rPr lang="en-IN" dirty="0"/>
              <a:t>and Post Method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3B9EA4BC-1ACF-0925-2AC7-A9DEB79693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1294860"/>
              </p:ext>
            </p:extLst>
          </p:nvPr>
        </p:nvGraphicFramePr>
        <p:xfrm>
          <a:off x="2032000" y="2116204"/>
          <a:ext cx="8128000" cy="385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80655811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69880906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Post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35954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In Case of Get request, only limited amount of data can be sent because the data is in the header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In post large amount of data can be sent because the data is sent in the body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09365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Get request is not secured as the data get exposed in URL bar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Post is secured because the data is not exposed in the bar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58352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Get request can be bookmarked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Post request cannot be bookmarked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57144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Get request is idempotent, It means second request will be ignored until response of the first request is delivered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Post request is non - idempotent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81787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Get request is more efficient and used more than post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Post is not as efficient as Get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51038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623592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59F1F4-DE06-E875-3C49-82430B6CBB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What is </a:t>
            </a:r>
            <a:r>
              <a:rPr lang="en-IN" dirty="0" err="1"/>
              <a:t>RestAPI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05149E-0EFF-9F3B-30DE-C83FFBAF6B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Flask is based on </a:t>
            </a:r>
            <a:r>
              <a:rPr lang="en-IN" dirty="0" err="1"/>
              <a:t>RestAPI</a:t>
            </a:r>
            <a:r>
              <a:rPr lang="en-IN" dirty="0"/>
              <a:t> architecture which accepts </a:t>
            </a:r>
            <a:r>
              <a:rPr lang="en-IN" dirty="0" err="1"/>
              <a:t>json</a:t>
            </a:r>
            <a:r>
              <a:rPr lang="en-IN" dirty="0"/>
              <a:t> input and returns </a:t>
            </a:r>
            <a:r>
              <a:rPr lang="en-IN" dirty="0" err="1"/>
              <a:t>json</a:t>
            </a:r>
            <a:r>
              <a:rPr lang="en-IN" dirty="0"/>
              <a:t> output </a:t>
            </a:r>
          </a:p>
          <a:p>
            <a:r>
              <a:rPr lang="en-IN" dirty="0"/>
              <a:t>JSON input and output can be easily handled by the front end developers </a:t>
            </a:r>
          </a:p>
          <a:p>
            <a:r>
              <a:rPr lang="en-IN" dirty="0"/>
              <a:t>So it is advised to take input as </a:t>
            </a:r>
            <a:r>
              <a:rPr lang="en-IN" dirty="0" err="1"/>
              <a:t>json</a:t>
            </a:r>
            <a:r>
              <a:rPr lang="en-IN" dirty="0"/>
              <a:t> and return output as </a:t>
            </a:r>
            <a:r>
              <a:rPr lang="en-IN" dirty="0" err="1"/>
              <a:t>json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316684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C20987-1925-9E5A-6D42-E25F772300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Flask interview question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EC0FDE-EBE6-3B84-AAF1-4280E42179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You don’t need to prepare all of these question, but it is good if you could absorb few of the easy answers </a:t>
            </a:r>
          </a:p>
          <a:p>
            <a:pPr marL="0" indent="0">
              <a:buNone/>
            </a:pPr>
            <a:r>
              <a:rPr lang="en-IN" dirty="0"/>
              <a:t>https://www.softwaretestinghelp.com/flask-interview-questions-with-answers/</a:t>
            </a:r>
          </a:p>
        </p:txBody>
      </p:sp>
    </p:spTree>
    <p:extLst>
      <p:ext uri="{BB962C8B-B14F-4D97-AF65-F5344CB8AC3E}">
        <p14:creationId xmlns:p14="http://schemas.microsoft.com/office/powerpoint/2010/main" val="23251438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409</TotalTime>
  <Words>303</Words>
  <Application>Microsoft Office PowerPoint</Application>
  <PresentationFormat>Widescreen</PresentationFormat>
  <Paragraphs>30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Flask and API</vt:lpstr>
      <vt:lpstr>What is a Flask API?</vt:lpstr>
      <vt:lpstr>How does an API work?</vt:lpstr>
      <vt:lpstr>What is entry point for an API?</vt:lpstr>
      <vt:lpstr>Difference Between Get and Post Method</vt:lpstr>
      <vt:lpstr>What is RestAPI</vt:lpstr>
      <vt:lpstr>Flask interview question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Flask and API</dc:title>
  <dc:creator>Krunal Gandhare</dc:creator>
  <cp:lastModifiedBy>Krunal Gandhare</cp:lastModifiedBy>
  <cp:revision>8</cp:revision>
  <dcterms:created xsi:type="dcterms:W3CDTF">2023-01-19T04:58:41Z</dcterms:created>
  <dcterms:modified xsi:type="dcterms:W3CDTF">2023-02-16T03:33:11Z</dcterms:modified>
</cp:coreProperties>
</file>